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18"/>
    <p:sldId id="268" r:id="rId19"/>
    <p:sldId id="269" r:id="rId20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Produkte schneller finden. Mitarbeiter entlasten. Suchverhalten sichtbar machen.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Wenn Kunden Produkte nicht finden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 Markt geht täglich Zeit verloren, weil Kunden Produkte nicht direkt finden. Sie suchen, fragen Mitarbeitende oder brechen den Kauf im Zweifel ganz ab.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22883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Mitarbeitende werden durch Rückfragen immer wieder unterbrochen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Kunden verlieren Zeit bei der Suche im Markt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Sprachbarrieren erschweren die Orientierung zusätzlich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gefundene Produkte können zu Kaufabbrüchen führen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Produkte direkt finden statt lange suchen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einem einfachen Scan des QR-Codes öffnet der Kunde das Retail System direkt im Browser seines Smartphones und sieht sofort, wo sich das gesuchte Produkt im Markt befindet.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22883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 App-Download erforderlich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Keine Registrierung notwendig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Direkte Nutzung im Browser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Schnelle Anzeige von Gang, Regal und Ebene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einfach funktioniert das Retail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Nutzung ist klar, schnell und ohne zusätzliche Hürden aufgebaut.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2288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QR-Code im Markt scannen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Gesuchtes Produkt eingeben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Standort direkt auf dem Smartphone sehen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Intelligente Suche auch bei ungenauen Eingaben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System erkennt Produkte nicht nur bei exakten Eingaben, sondern auch bei Tippfehlern, Synonymen und unvollständigen Suchbegriffen.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22883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Suchbegriffe müssen nicht perfekt eingegeben werden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System reagiert auch auf typische Schreibvarianten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Eigenmarken und alternative Begriffe können berücksichtigt werden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Suche bleibt einfach und kundenfreundlich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Sprachbarrieren einfach überwinden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Gerade in Märkten mit vielfältiger Kundschaft schafft die mehrsprachige Nutzung einen spürbaren Vorteil im Alltag.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22883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Mehr Orientierung für Kunden mit anderen Sprachkenntnissen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Keine zusätzliche Konfiguration im Markt erforderlich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Gleichwertige Nutzung für verschiedene Sprachgruppen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Sprachbarrieren werden im Alltag spürbar reduziert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einfach wie möglich für den Kunden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Retail System ist bewusst so aufgebaut, dass zwischen Kunde und Information keine unnötige Hürde entsteht.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2288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Schnell gestartet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Ohne App nutzbar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 Konto erforderlich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Unkomplizierter Zugang für alle Kunden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Mehr als Produktsuche: wertvolle Erkenntnisse für den Markt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wird aus einer einfachen Produktsuche ein zusätzlicher Mehrwert für die Filiale.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1122883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Zeigt, wonach Kunden besonders häufig suchen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Macht Suchanfragen ohne Treffer transparent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Liefert wertvolle Hinweise für Sortimentslücken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Unterstützt datenbasierte Entscheidungen im Markt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Produktpflege einfach und flexibel umsetzen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Produktdaten können einfach ergänzt, geändert und laufend aktualisiert werden.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22883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per CSV oder Excel-Datei möglich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Einzelne Produkte können manuell gepflegt werden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Synonyme und alternative Bezeichnungen lassen sich hinterlegen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Änderungen sind schnell und unkompliziert umsetzbar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 Allzwecksystem, sondern eine klare Lösung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Statt unnötiger Komplexität konzentriert sich das Retail System auf das, was im Marktalltag wirklich zählt.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22883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Bewusst einfach gehalten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Keine komplizierte Systemlandschaft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Direkter Nutzen statt Funktionsballast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Alltagstauglich für den Markt konzipiert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6B9E"/>
          </a:solidFill>
          <a:ln w="12700">
            <a:solidFill>
              <a:srgbClr val="1A6B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6565392"/>
            <a:ext cx="11823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Retail System  |  Präsentation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3202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Vorteile auf einen Blick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3202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Retail System schafft Orientierung, reduziert Rückfragen und macht Suchverhalten für den Markt erstmals sichtbar.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22883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Kunden finden Produkte schneller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Mitarbeitende werden entlastet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Filiale gewinnt zusätzliche Einblicke</a:t>
            </a:r>
            <a:endParaRPr lang="en-US" sz="2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Einsatz bleibt einfach und praxistauglich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A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Schritt 1  –  Sprache wählen</a:t>
            </a:r>
          </a:p>
        </p:txBody>
      </p:sp>
      <p:pic>
        <p:nvPicPr>
          <p:cNvPr id="4" name="Picture 3" descr="slide_sprache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17" y="365760"/>
            <a:ext cx="10109566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" cy="7315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126480"/>
            <a:ext cx="1200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23 Sprachen verfügbar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A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Schritt 2  –  Produkt suchen</a:t>
            </a:r>
          </a:p>
        </p:txBody>
      </p:sp>
      <p:pic>
        <p:nvPicPr>
          <p:cNvPr id="4" name="Picture 3" descr="slide_suchanfrage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17" y="365760"/>
            <a:ext cx="10109566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" cy="7315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126480"/>
            <a:ext cx="1200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Hier wird das gewünschte Produkt eingegeben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A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Schritt 3  –  Ergebnis</a:t>
            </a:r>
          </a:p>
        </p:txBody>
      </p:sp>
      <p:pic>
        <p:nvPicPr>
          <p:cNvPr id="4" name="Picture 3" descr="slide_ergebnis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17" y="365760"/>
            <a:ext cx="10109566" cy="5715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26480"/>
            <a:ext cx="91440" cy="7315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126480"/>
            <a:ext cx="1200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Gang, Regal, Ebene wird sofort angezeigt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2026-04-18T22:33:06Z</dcterms:created>
  <dcterms:modified xsi:type="dcterms:W3CDTF">2026-04-18T22:33:06Z</dcterms:modified>
</cp:coreProperties>
</file>